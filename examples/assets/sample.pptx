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</p:sldIdLst>
  <p:sldSz cx="9144000" cy="6858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/Relationships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b2"/>
          <p:cNvSpPr/>
          <p:nvPr/>
        </p:nvSpPr>
        <p:spPr>
          <a:xfrm>
            <a:off x="914400" y="457200"/>
            <a:ext cx="7315200" cy="1097280"/>
          </a:xfrm>
          <a:prstGeom prst="rect">
            <a:avLst/>
          </a:prstGeom>
          <a:solidFill>
            <a:srgbClr val="1F6FEB"/>
          </a:solidFill>
        </p:spPr>
        <p:txBody>
          <a:bodyPr/>
          <a:lstStyle/>
          <a:p>
            <a:pPr algn="center"/>
            <a:r>
              <a:rPr lang="zh-Hant" sz="4000" b="1">
                <a:solidFill>
                  <a:srgbClr val="FFFFFF"/>
                </a:solidFill>
              </a:rPr>
              <a:t>doc-viewer 簡報檢視器</a:t>
            </a:r>
          </a:p>
        </p:txBody>
      </p:sp>
      <p:sp>
        <p:nvSpPr>
          <p:cNvPr id="3" name="tb3"/>
          <p:cNvSpPr/>
          <p:nvPr/>
        </p:nvSpPr>
        <p:spPr>
          <a:xfrm>
            <a:off x="914400" y="2011680"/>
            <a:ext cx="7315200" cy="731520"/>
          </a:xfrm>
          <a:prstGeom prst="rect">
            <a:avLst/>
          </a:prstGeom>
          <a:noFill/>
        </p:spPr>
        <p:txBody>
          <a:bodyPr/>
          <a:lstStyle/>
          <a:p>
            <a:pPr algn="left"/>
            <a:r>
              <a:rPr lang="zh-Hant" sz="2400" b="1">
                <a:solidFill>
                  <a:srgbClr val="1F2937"/>
                </a:solidFill>
              </a:rPr>
              <a:t>第一張投影片 — 繁體中文 PPTX 測試</a:t>
            </a:r>
          </a:p>
        </p:txBody>
      </p:sp>
      <p:sp>
        <p:nvSpPr>
          <p:cNvPr id="4" name="tb4"/>
          <p:cNvSpPr/>
          <p:nvPr/>
        </p:nvSpPr>
        <p:spPr>
          <a:xfrm>
            <a:off x="914400" y="2926080"/>
            <a:ext cx="3840480" cy="2286000"/>
          </a:xfrm>
          <a:prstGeom prst="rect">
            <a:avLst/>
          </a:prstGeom>
          <a:noFill/>
        </p:spPr>
        <p:txBody>
          <a:bodyPr/>
          <a:lstStyle/>
          <a:p>
            <a:pPr algn="left"/>
            <a:r>
              <a:rPr lang="zh-Hant" sz="1800" b="0">
                <a:solidFill>
                  <a:srgbClr val="374151"/>
                </a:solidFill>
              </a:rPr>
              <a:t>• 自寫 Rust 解析 DrawingML</a:t>
            </a:r>
          </a:p>
          <a:p>
            <a:pPr algn="left"/>
            <a:r>
              <a:rPr lang="zh-Hant" sz="1800" b="0">
                <a:solidFill>
                  <a:srgbClr val="374151"/>
                </a:solidFill>
              </a:rPr>
              <a:t>• 定位文字框、run 格式</a:t>
            </a:r>
          </a:p>
          <a:p>
            <a:pPr algn="left"/>
            <a:r>
              <a:rPr lang="zh-Hant" sz="1800" b="0">
                <a:solidFill>
                  <a:srgbClr val="C0504D"/>
                </a:solidFill>
              </a:rPr>
              <a:t>• 內嵌 PNG/JPEG 圖片 →</a:t>
            </a:r>
          </a:p>
        </p:txBody>
      </p:sp>
      <p:pic>
        <p:nvPicPr>
          <p:cNvPr id="9" name="pic9"/>
          <p:cNvPicPr/>
          <p:nvPr/>
        </p:nvPicPr>
        <p:blipFill>
          <a:blip r:embed="rId1"/>
          <a:stretch>
            <a:fillRect/>
          </a:stretch>
        </p:blipFill>
        <p:spPr>
          <a:xfrm>
            <a:off x="5029200" y="3017520"/>
            <a:ext cx="2926080" cy="1828800"/>
          </a:xfrm>
          <a:prstGeom prst="rect">
            <a:avLst/>
          </a:prstGeom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b2"/>
          <p:cNvSpPr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/>
          <a:lstStyle/>
          <a:p>
            <a:pPr algn="center"/>
            <a:r>
              <a:rPr lang="zh-Hant" sz="3600" b="1">
                <a:solidFill>
                  <a:srgbClr val="1F2937"/>
                </a:solidFill>
              </a:rPr>
              <a:t>第二張投影片</a:t>
            </a:r>
          </a:p>
        </p:txBody>
      </p:sp>
      <p:sp>
        <p:nvSpPr>
          <p:cNvPr id="3" name="tb3"/>
          <p:cNvSpPr/>
          <p:nvPr/>
        </p:nvSpPr>
        <p:spPr>
          <a:xfrm>
            <a:off x="914400" y="1828800"/>
            <a:ext cx="3291840" cy="1097280"/>
          </a:xfrm>
          <a:prstGeom prst="rect">
            <a:avLst/>
          </a:prstGeom>
          <a:solidFill>
            <a:srgbClr val="4F81BD"/>
          </a:solidFill>
        </p:spPr>
        <p:txBody>
          <a:bodyPr/>
          <a:lstStyle/>
          <a:p>
            <a:pPr algn="center"/>
            <a:r>
              <a:rPr lang="zh-Hant" sz="2400" b="1">
                <a:solidFill>
                  <a:srgbClr val="FFFFFF"/>
                </a:solidFill>
              </a:rPr>
              <a:t>左方塊</a:t>
            </a:r>
          </a:p>
        </p:txBody>
      </p:sp>
      <p:sp>
        <p:nvSpPr>
          <p:cNvPr id="4" name="tb4"/>
          <p:cNvSpPr/>
          <p:nvPr/>
        </p:nvSpPr>
        <p:spPr>
          <a:xfrm>
            <a:off x="4937760" y="1828800"/>
            <a:ext cx="3291840" cy="1097280"/>
          </a:xfrm>
          <a:prstGeom prst="rect">
            <a:avLst/>
          </a:prstGeom>
          <a:solidFill>
            <a:srgbClr val="C0504D"/>
          </a:solidFill>
        </p:spPr>
        <p:txBody>
          <a:bodyPr/>
          <a:lstStyle/>
          <a:p>
            <a:pPr algn="center"/>
            <a:r>
              <a:rPr lang="zh-Hant" sz="2400" b="1">
                <a:solidFill>
                  <a:srgbClr val="FFFFFF"/>
                </a:solidFill>
              </a:rPr>
              <a:t>右方塊</a:t>
            </a:r>
          </a:p>
        </p:txBody>
      </p:sp>
      <p:sp>
        <p:nvSpPr>
          <p:cNvPr id="5" name="tb5"/>
          <p:cNvSpPr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/>
          <a:lstStyle/>
          <a:p>
            <a:pPr algn="right"/>
            <a:r>
              <a:rPr lang="zh-Hant" sz="2000" b="0">
                <a:solidFill>
                  <a:srgbClr val="888888"/>
                </a:solidFill>
              </a:rPr>
              <a:t>— 簡報結束 —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b2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/>
          <a:lstStyle/>
          <a:p>
            <a:pPr algn="left"/>
            <a:r>
              <a:rPr lang="zh-Hant" sz="2400" b="1">
                <a:solidFill>
                  <a:srgbClr val="1F2937"/>
                </a:solidFill>
              </a:rPr>
              <a:t>第三張投影片 — 形狀幾何 (preset + custGeom + 外框)</a:t>
            </a:r>
          </a:p>
        </p:txBody>
      </p:sp>
      <p:sp>
        <p:nvSpPr>
          <p:cNvPr id="3" name="sp3"/>
          <p:cNvSpPr/>
          <p:nvPr/>
        </p:nvSpPr>
        <p:spPr>
          <a:xfrm>
            <a:off x="457200" y="1097280"/>
            <a:ext cx="2560320" cy="1280160"/>
          </a:xfrm>
          <a:prstGeom prst="roundRect">
            <a:avLst/>
          </a:prstGeom>
          <a:solidFill>
            <a:srgbClr val="4F81BD"/>
          </a:solidFill>
          <a:ln w="25400">
            <a:solidFill>
              <a:srgbClr val="1F3864"/>
            </a:solidFill>
          </a:ln>
        </p:spPr>
        <p:txBody>
          <a:bodyPr/>
          <a:lstStyle/>
          <a:p>
            <a:pPr algn="ctr"/>
            <a:r>
              <a:rPr sz="1800" b="1">
                <a:solidFill>
                  <a:srgbClr val="FFFFFF"/>
                </a:solidFill>
              </a:rPr>
              <a:t>圓角矩形</a:t>
            </a:r>
          </a:p>
        </p:txBody>
      </p:sp>
      <p:sp>
        <p:nvSpPr>
          <p:cNvPr id="4" name="sp4"/>
          <p:cNvSpPr/>
          <p:nvPr/>
        </p:nvSpPr>
        <p:spPr>
          <a:xfrm>
            <a:off x="3291840" y="1097280"/>
            <a:ext cx="2377440" cy="1280160"/>
          </a:xfrm>
          <a:prstGeom prst="ellipse">
            <a:avLst/>
          </a:prstGeom>
          <a:solidFill>
            <a:srgbClr val="C0504D"/>
          </a:solidFill>
          <a:ln w="25400">
            <a:solidFill>
              <a:srgbClr val="7F1D1D"/>
            </a:solidFill>
          </a:ln>
        </p:spPr>
        <p:txBody>
          <a:bodyPr/>
          <a:lstStyle/>
          <a:p>
            <a:pPr algn="ctr"/>
            <a:r>
              <a:rPr sz="1800" b="1">
                <a:solidFill>
                  <a:srgbClr val="FFFFFF"/>
                </a:solidFill>
              </a:rPr>
              <a:t>橢圓</a:t>
            </a:r>
          </a:p>
        </p:txBody>
      </p:sp>
      <p:sp>
        <p:nvSpPr>
          <p:cNvPr id="5" name="sp5"/>
          <p:cNvSpPr/>
          <p:nvPr/>
        </p:nvSpPr>
        <p:spPr>
          <a:xfrm>
            <a:off x="5943600" y="1234440"/>
            <a:ext cx="2743200" cy="1005840"/>
          </a:xfrm>
          <a:prstGeom prst="rightArrow">
            <a:avLst/>
          </a:prstGeom>
          <a:solidFill>
            <a:srgbClr val="9BBB59"/>
          </a:solidFill>
          <a:ln w="25400">
            <a:solidFill>
              <a:srgbClr val="4F6228"/>
            </a:solidFill>
          </a:ln>
        </p:spPr>
        <p:txBody>
          <a:bodyPr/>
          <a:lstStyle/>
          <a:p/>
        </p:txBody>
      </p:sp>
      <p:sp>
        <p:nvSpPr>
          <p:cNvPr id="6" name="sp6"/>
          <p:cNvSpPr/>
          <p:nvPr/>
        </p:nvSpPr>
        <p:spPr>
          <a:xfrm>
            <a:off x="457200" y="2743200"/>
            <a:ext cx="2194560" cy="2011680"/>
          </a:xfrm>
          <a:prstGeom prst="triangle">
            <a:avLst/>
          </a:prstGeom>
          <a:solidFill>
            <a:srgbClr val="F79646"/>
          </a:solidFill>
          <a:ln w="25400">
            <a:solidFill>
              <a:srgbClr val="974806"/>
            </a:solidFill>
          </a:ln>
        </p:spPr>
        <p:txBody>
          <a:bodyPr/>
          <a:lstStyle/>
          <a:p/>
        </p:txBody>
      </p:sp>
      <p:sp>
        <p:nvSpPr>
          <p:cNvPr id="7" name="sp7"/>
          <p:cNvSpPr/>
          <p:nvPr/>
        </p:nvSpPr>
        <p:spPr>
          <a:xfrm>
            <a:off x="3017520" y="2743200"/>
            <a:ext cx="2194560" cy="2011680"/>
          </a:xfrm>
          <a:prstGeom prst="pentagon">
            <a:avLst/>
          </a:prstGeom>
          <a:solidFill>
            <a:srgbClr val="4BACC6"/>
          </a:solidFill>
          <a:ln w="25400">
            <a:solidFill>
              <a:srgbClr val="215868"/>
            </a:solidFill>
          </a:ln>
        </p:spPr>
        <p:txBody>
          <a:bodyPr/>
          <a:lstStyle/>
          <a:p/>
        </p:txBody>
      </p:sp>
      <p:sp>
        <p:nvSpPr>
          <p:cNvPr id="8" name="cg8"/>
          <p:cNvSpPr/>
          <p:nvPr/>
        </p:nvSpPr>
        <p:spPr>
          <a:xfrm>
            <a:off x="5669280" y="2743200"/>
            <a:ext cx="2377440" cy="2011680"/>
          </a:xfrm>
          <a:custGeom>
            <a:avLst/>
            <a:gdLst/>
            <a:pathLst>
              <a:path w="100000" h="100000">
                <a:moveTo>
                  <a:pt x="50000" y="0"/>
                </a:moveTo>
                <a:lnTo>
                  <a:pt x="100000" y="38000"/>
                </a:lnTo>
                <a:lnTo>
                  <a:pt x="82000" y="100000"/>
                </a:lnTo>
                <a:lnTo>
                  <a:pt x="18000" y="100000"/>
                </a:lnTo>
                <a:lnTo>
                  <a:pt x="0" y="38000"/>
                </a:lnTo>
                <a:close/>
              </a:path>
            </a:pathLst>
          </a:custGeom>
          <a:solidFill>
            <a:srgbClr val="8064A2"/>
          </a:solidFill>
          <a:ln w="25400">
            <a:solidFill>
              <a:srgbClr val="3F3151"/>
            </a:solidFill>
          </a:ln>
        </p:spPr>
        <p:txBody>
          <a:bodyPr/>
          <a:lstStyle/>
          <a:p/>
        </p:txBody>
      </p:sp>
    </p:spTree>
  </p:cSld>
</p:sld>
</file>